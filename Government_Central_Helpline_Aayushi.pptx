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🏛️ Government Central Helpline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</a:defRPr>
            </a:pPr>
            <a:r>
              <a:t>AI-Powered Multi-Channel Grievance Redressal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926080"/>
            <a:ext cx="3931920" cy="45720"/>
          </a:xfrm>
          <a:prstGeom prst="round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EFB"/>
                </a:solidFill>
              </a:defRPr>
            </a:pPr>
            <a:r>
              <a:t>Problem Statement: Central Helpline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Submitted by: Aayushi Sheth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EFB"/>
                </a:solidFill>
              </a:defRPr>
            </a:pPr>
            <a:r>
              <a:t>M.Tech (Data Science) — Nirma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</a:defRPr>
            </a:pPr>
            <a:r>
              <a:t>Pravi AI Builder Assessment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E35B1"/>
                </a:solidFill>
              </a:defRPr>
            </a:pPr>
            <a:r>
              <a:t>"What is the REAL problem we're solving?"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22860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</a:defRPr>
            </a:pPr>
            <a:r>
              <a:t>❌ Problem 1: No Single Entry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Citizens don't know whom to call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Water dept? Road dept? Electricity?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Different numbers, different offices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Complaints get bounced around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474720" cy="2286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8C00"/>
                </a:solidFill>
              </a:defRPr>
            </a:pPr>
            <a:r>
              <a:t>❌ Problem 2: No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Once complaint submitted → BLACK HOLE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No complaint ID, no status updates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Citizen has no visibility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"Is anyone even working on it?"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474720" cy="228600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D1457"/>
                </a:solidFill>
              </a:defRPr>
            </a:pPr>
            <a:r>
              <a:t>❌ Problem 3: No 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Officers can delay without consequence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No supervisor oversight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Manual sorting = human errors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No data for policy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1124712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A047"/>
                </a:solidFill>
              </a:defRPr>
            </a:pPr>
            <a:r>
              <a:rPr dirty="0"/>
              <a:t>✅ </a:t>
            </a:r>
            <a:r>
              <a:rPr lang="en-US" dirty="0"/>
              <a:t>Proposed </a:t>
            </a:r>
            <a:r>
              <a:rPr dirty="0"/>
              <a:t>Solution: Centralized AI-Powered Grievance Redressal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One portal for ALL complaints → AI auto-categorizes &amp; assigns priority → Auto-routes to correct officer → Supervisor monitors via dashboard → Citizen tracks status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"Like Amazon customer support — but for government grievances."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My Thinking Process (First-Principles)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02920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Q1: WHO has the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3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Citizens facing water, road, electricity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02920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Q2: WHAT is the core issue?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No single entry point, no tracking, no accountability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5029200" cy="8229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Q3: WHO are the system users?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4 roles: Citizen, GC Operator, Officer, Supervisor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5029200" cy="82296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Q4: WHERE does AI add value?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Between 'complaint received' and 'complaint assigned'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5029200" cy="8229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Q5: WHAT is the success metric?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Reduce complaint resolution time by 50%+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280160"/>
            <a:ext cx="5760720" cy="484632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📋 Data Model: What is ONE complaint?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complaint_id → Unique tracking number (GHC-2026-001)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citizen_name → Who complained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phone → Contact for updates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channel → Phone / WhatsApp / Email / Web / Walk-in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area → Zone / Location of problem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complaint_text → Detailed description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category → Water / Road / Electricity (AI assigns)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priority → Urgent / High / Medium / Low (AI assigns)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sentiment → Angry / Neutral (AI detects)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status → Open → In Progress → Resolved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assigned_to → Department officer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officer_notes → Investigation updates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timestamps → Submitted date + Last updated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System Users &amp; Their 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36576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👤 Citizen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Submits complaints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Tracks status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Gets updates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651760" cy="3657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37560" y="1371600"/>
            <a:ext cx="2651760" cy="7315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📞 GC (Grievance Cell)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Receives from all channels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Reviews AI categorization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Confirms &amp; forwards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651760" cy="3657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651760" cy="73152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👷 Background Officer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Gets assigned complaints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Investigates on field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Updates status &amp;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371600"/>
            <a:ext cx="2651760" cy="36576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98280" y="1371600"/>
            <a:ext cx="2651760" cy="73152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👨‍💼 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Monitors all complaints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Flags overdue cases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Makes policy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Flow: Citizen → GC receives → AI processes → Officer assigned → Supervisor monitors → Citizen gets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System Workflow (End-to-End 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63040"/>
            <a:ext cx="1463040" cy="14630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👤 CITIZEN</a:t>
            </a:r>
            <a:br/>
            <a:r>
              <a:t>Submits</a:t>
            </a:r>
            <a:br/>
            <a:r>
              <a:t>Complaint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237E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1463040"/>
            <a:ext cx="1463040" cy="14630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📥 MULTI-</a:t>
            </a:r>
            <a:br/>
            <a:r>
              <a:t>CHANNEL</a:t>
            </a:r>
            <a:br/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237E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463040"/>
            <a:ext cx="1463040" cy="1463040"/>
          </a:xfrm>
          <a:prstGeom prst="round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🗄️ CENTRAL</a:t>
            </a:r>
            <a:br/>
            <a:r>
              <a:t>DATABASE</a:t>
            </a:r>
            <a:br/>
            <a:r>
              <a:t>Stores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237E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463040"/>
            <a:ext cx="1463040" cy="146304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🤖 AI</a:t>
            </a:r>
            <a:br/>
            <a:r>
              <a:t>PROCESSING</a:t>
            </a:r>
            <a:br/>
            <a:r>
              <a:t>Categorize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237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463040"/>
            <a:ext cx="1463040" cy="14630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📤 AUTO</a:t>
            </a:r>
            <a:br/>
            <a:r>
              <a:t>ASSIGN</a:t>
            </a:r>
            <a:br/>
            <a:r>
              <a:t>To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237E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463040"/>
            <a:ext cx="1463040" cy="1463040"/>
          </a:xfrm>
          <a:prstGeom prst="round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👷 OFFICER</a:t>
            </a:r>
            <a:br/>
            <a:r>
              <a:t>Investigate</a:t>
            </a:r>
            <a:br/>
            <a:r>
              <a:t>&amp; Resolve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237E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0" y="1463040"/>
            <a:ext cx="1463040" cy="14630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📊 SUPERVISOR</a:t>
            </a:r>
            <a:br/>
            <a:r>
              <a:t>DASHBOARD</a:t>
            </a:r>
            <a:br/>
            <a: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1089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Form: Name,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Phone, Area,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Complaint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1089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Phone, WhatsApp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Email, Web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Walk-in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089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Single source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of truth.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No data lost.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1089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Category +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Priority +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Sentiment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1089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Water → Water Dept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Road → Roads Dept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Auto-routing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1089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Updates status: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Open → In Progress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→ 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31089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KPIs, Charts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AI Insights</a:t>
            </a:r>
          </a:p>
          <a:p>
            <a:pPr>
              <a:spcAft>
                <a:spcPts val="600"/>
              </a:spcAft>
              <a:defRPr sz="1000">
                <a:solidFill>
                  <a:srgbClr val="646464"/>
                </a:solidFill>
              </a:defRPr>
            </a:pPr>
            <a:r>
              <a:t>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754880"/>
            <a:ext cx="57607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0" y="4846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8C00"/>
                </a:solidFill>
              </a:defRPr>
            </a:pPr>
            <a:r>
              <a:t>⚠️ ESCALATION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212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IF complaint open &gt; 3 days → Auto-escalate to Supervisor    |    IF sentiment = Angry → Flag for immediate attention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IF officer submits 0 updates in 48 hours → Auto-notify Supervisor    |    IF resolved → Notify citizen via SMS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🤖 AI Engine — The Smart Brain (Key Differentiator)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3657600" cy="50292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📂 Auto-Categorization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AI reads complaint text and identifies the correct department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79" y="2286000"/>
            <a:ext cx="3383280" cy="457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</a:defRPr>
            </a:pPr>
            <a:r>
              <a:t>Example: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7432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"Water pipe burst" → Water Dept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"Pothole on MG Road" → Roads Dept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"Streetlight not working" → Electricity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79" y="4480560"/>
            <a:ext cx="3383280" cy="457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4572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A047"/>
                </a:solidFill>
              </a:defRPr>
            </a:pPr>
            <a:r>
              <a:t>Impact: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8463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Without AI: GC manually reads &amp; sorts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(5 complaints/min)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With AI: Instant auto-routing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(100+ complaints/min)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280160"/>
            <a:ext cx="3657600" cy="50292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🎯 Smart Priority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AI detects urgency from keywords and assigns 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286000"/>
            <a:ext cx="3383280" cy="457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</a:defRPr>
            </a:pPr>
            <a:r>
              <a:t>Example: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432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"no water since 5 days, children" → 🔴 URGENT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"broken pipe, leaking" → 🟠 HIGH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"irregular supply" → 🟡 MEDIUM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"general inquiry" → 🟢 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480560"/>
            <a:ext cx="3383280" cy="457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0" y="4572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A047"/>
                </a:solidFill>
              </a:defRPr>
            </a:pPr>
            <a:r>
              <a:t>Impact: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463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Ensures critical cases get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attention FIRST.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No more 'first come first serve'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when lives are at stake.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280160"/>
            <a:ext cx="3657600" cy="50292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8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😡 Sentiment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AI detects citizen frustration level for proactive 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2286000"/>
            <a:ext cx="3383280" cy="457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8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</a:defRPr>
            </a:pPr>
            <a:r>
              <a:t>Example: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7432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"frustrated", "pathetic", "worst" → 😡 Very Frustrated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"angry", "terrible" → 😠 Frustrated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Neutral tone → 😐 Neutral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4480560"/>
            <a:ext cx="3383280" cy="457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80" y="4572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A047"/>
                </a:solidFill>
              </a:defRPr>
            </a:pPr>
            <a:r>
              <a:t>Impact: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8463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Flags frustrated citizens BEFORE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they escalate to media/courts.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Proactive governance instead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of reactive damage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System Modules (Architecture)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Module 1:</a:t>
            </a:r>
            <a:br/>
            <a:r>
              <a:t>📝 Citizen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Submit complaint form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Name, Phone, Area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Complaint description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Track status by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8229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Module 2:</a:t>
            </a:r>
            <a:br/>
            <a:r>
              <a:t>📥 Multi-Channel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Web Portal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Phone Call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WhatsApp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Email / Walk-in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474720" cy="82296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Module 3:</a:t>
            </a:r>
            <a:br/>
            <a:r>
              <a:t>🤖 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Auto-categorization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Priority scoring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Sentiment analysis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AI-generated 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34747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474720" cy="822960"/>
          </a:xfrm>
          <a:prstGeom prst="round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Module 4:</a:t>
            </a:r>
            <a:br/>
            <a:r>
              <a:t>🗄️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29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Central storage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Complaint tracking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Status history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All user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114800"/>
            <a:ext cx="34747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97680" y="4114800"/>
            <a:ext cx="3474720" cy="82296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Module 5:</a:t>
            </a:r>
            <a:br/>
            <a:r>
              <a:t>👷 Officer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029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View assigned complaints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Filter by category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Update status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Add investigation 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114800"/>
            <a:ext cx="34747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38160" y="4114800"/>
            <a:ext cx="3474720" cy="82296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Module 6:</a:t>
            </a:r>
            <a:br/>
            <a:r>
              <a:t>📊 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029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KPI Dashboard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Charts &amp; Analytics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Overdue alerts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• AI daily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rPr lang="en-US" dirty="0"/>
              <a:t>Suggested </a:t>
            </a:r>
            <a:r>
              <a:rPr dirty="0"/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103120"/>
          </a:xfrm>
          <a:prstGeom prst="roundRect">
            <a:avLst/>
          </a:prstGeom>
          <a:solidFill>
            <a:srgbClr val="37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🐍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Core programming language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Data processing &amp; AI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2103120"/>
          </a:xfrm>
          <a:prstGeom prst="round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🎯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0116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Web application framework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Rapid prototyping → working app in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210312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🤖 AI/NLP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Keyword-based categorization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Sentiment analysis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Scalable to LLM API (GPT/Claude)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3474720" cy="210312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📊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Data manipulation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Analytics &amp; aggregation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840480"/>
            <a:ext cx="3474720" cy="2103120"/>
          </a:xfrm>
          <a:prstGeom prst="round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🗄️ Session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480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In-memory database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Scalable to PostgreSQL/MongoDB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840480"/>
            <a:ext cx="3474720" cy="210312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📈 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80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Built-in Streamlit charts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Real-time data visualization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759693"/>
            <a:ext cx="1124712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789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rPr sz="1200" dirty="0"/>
              <a:t>💡 Why </a:t>
            </a:r>
            <a:r>
              <a:rPr sz="1200" dirty="0" err="1"/>
              <a:t>Streamlit</a:t>
            </a:r>
            <a:r>
              <a:rPr sz="1200" dirty="0"/>
              <a:t>? → "AI Builder philosophy: Ship fast, validate, iterate. </a:t>
            </a:r>
            <a:r>
              <a:rPr sz="1200" dirty="0" err="1"/>
              <a:t>Streamlit</a:t>
            </a:r>
            <a:r>
              <a:rPr sz="1200" dirty="0"/>
              <a:t> lets me go from idea to working app in hours. Once validated with stakeholders, we rebuild in React for production."</a:t>
            </a:r>
            <a:endParaRPr lang="en-US" sz="1200" dirty="0"/>
          </a:p>
          <a:p>
            <a:pPr>
              <a:defRPr sz="1400" b="0">
                <a:solidFill>
                  <a:srgbClr val="212121"/>
                </a:solidFill>
              </a:defRPr>
            </a:pPr>
            <a:r>
              <a:rPr lang="en-US" sz="1200" dirty="0"/>
              <a:t>Frontend prototype built using </a:t>
            </a:r>
            <a:r>
              <a:rPr lang="en-US" sz="1200" dirty="0" err="1"/>
              <a:t>Streamlit</a:t>
            </a:r>
            <a:r>
              <a:rPr lang="en-US" sz="1200" dirty="0"/>
              <a:t> to simulate real-world working of system. This is just a demo </a:t>
            </a:r>
            <a:r>
              <a:rPr lang="en-US" sz="1200" dirty="0" err="1"/>
              <a:t>streamlit</a:t>
            </a:r>
            <a:r>
              <a:rPr lang="en-US" sz="1200" dirty="0"/>
              <a:t> working prototype due to time constraints. Improvements will be done once approved and then build a real life working </a:t>
            </a:r>
            <a:r>
              <a:rPr lang="en-US" sz="1200" dirty="0" err="1"/>
              <a:t>sytem</a:t>
            </a:r>
            <a:r>
              <a:rPr lang="en-US" sz="1200" dirty="0"/>
              <a:t>.</a:t>
            </a:r>
            <a:endParaRPr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Impact &amp; Real-World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935"/>
                </a:solidFill>
              </a:defRPr>
            </a:pPr>
            <a:r>
              <a:t>❌ Before (Current System)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✗  Complaints get lost across departments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✗  Manual categorization = slow &amp; error-prone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✗  No priority system — first come first 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✗  No tracking — citizens in the dark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✗  No data for policy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✗  Officers delay without consequences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3A047"/>
                </a:solidFill>
              </a:defRPr>
            </a:pPr>
            <a:r>
              <a:t>✅ After (Our System)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✓  ONE central database — nothing lost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✓  AI auto-categorizes in &lt; 1 second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✓  Smart priority — urgent cases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✓  Real-time tracking via complaint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✓  Data-driven insights for policy 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  ✓  Supervisor dashboard — full accountability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📊 Expected Impact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⏱️ 50% faster complaint resolution    |    📂 100% complaint tracking (vs ~40% currently)    |    🤖 95% auto-categorization accuracy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😊 30% improvement in citizen satisfaction    |    📉 Zero lost complaints    |    📊 Real-time policy insights for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Future Scope &amp; Scalability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94960" cy="146304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🤖 LLM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Replace keyword matching with GPT/Claude API for 99% accurate categorization and auto-generated officer instructions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1463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📱 SMS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Auto-send status updates to citizens via Twilio API. "Your complaint GHC-001 has been resolved."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539496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🗺️ GIS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Plot complaints on a map. Identify geographic hotspots. Enable location-based resource allocation.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08960"/>
            <a:ext cx="5394960" cy="1463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200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🔐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5661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Role-based login (Citizen/Officer/Supervisor). OAuth + Aadhaar integration for citizen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5394960" cy="14630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9377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☁️ Cloud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035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Move from session_state to PostgreSQL. Deploy on AWS/Azure. Handle 10,000+ concurrent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846320"/>
            <a:ext cx="5394960" cy="146304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9377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📊 Predictive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035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Forecast complaint volumes using time-series ML. Proactive resource allocation before problems arise.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2560320"/>
            <a:ext cx="3017520" cy="45720"/>
          </a:xfrm>
          <a:prstGeom prst="round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</a:defRPr>
            </a:pPr>
            <a:r>
              <a:t>"Good systems come from good thinking, not just good code."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Aayushi Sheth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EFB"/>
                </a:solidFill>
              </a:defRPr>
            </a:pPr>
            <a:r>
              <a:t>M.Tech (Data Science) — Nirma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</a:defRPr>
            </a:pPr>
            <a:r>
              <a:t>📧 aayushinsheth@gmail.com  |  📱 +91 9327424344  |  💻 github.com/aayushisheth7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3A047"/>
                </a:solidFill>
              </a:defRPr>
            </a:pPr>
            <a:r>
              <a:rPr dirty="0"/>
              <a:t>🚀 Live Demo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1420</Words>
  <Application>Microsoft Office PowerPoint</Application>
  <PresentationFormat>Custom</PresentationFormat>
  <Paragraphs>232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AAYUSHI</cp:lastModifiedBy>
  <cp:revision>10</cp:revision>
  <dcterms:created xsi:type="dcterms:W3CDTF">2013-01-27T09:14:16Z</dcterms:created>
  <dcterms:modified xsi:type="dcterms:W3CDTF">2026-03-17T05:27:05Z</dcterms:modified>
  <cp:category/>
</cp:coreProperties>
</file>